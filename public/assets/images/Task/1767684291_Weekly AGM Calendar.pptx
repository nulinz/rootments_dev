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07184-35DF-1D83-E973-CB23F4746B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5143B0-E2CC-6D31-0792-5336F9143A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72922-5004-CAA2-379E-9ED367939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8D9C4-7EED-4E45-B025-FF627CCB6DB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F46A1-E61B-65B5-B51B-307CC63C4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A65EF-E45D-3084-24B6-20F075502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F763-35FA-4E7D-93C4-BCC0D4300F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946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755ED-AA7C-DD27-AF04-2EBAF2908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43041-0CEE-9F61-7D36-BE00883CF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00A0A-2BB5-ACE9-0922-F60473C3A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8D9C4-7EED-4E45-B025-FF627CCB6DB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A2EE0-6DC9-2BC3-0771-E0F1BC1C5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6DAE7-D89D-7E8F-285E-36C874FA5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F763-35FA-4E7D-93C4-BCC0D4300F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0442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6C57C-FDB2-DBD8-EA1D-9639A78D4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3B7520-5A7E-733B-7A64-8600EFAF5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5841C-153E-9777-31D6-2A65A9E6E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8D9C4-7EED-4E45-B025-FF627CCB6DB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712F7-95BE-BCD0-06A4-246318820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D7A02-67A8-8772-3154-DE1BA6367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F763-35FA-4E7D-93C4-BCC0D4300F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007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970B0-1B0E-9762-4753-79BDA7D24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2A379-4A83-C3D2-EB05-0996C4807A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5FD567-2354-A559-926E-D0329E7BC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0A3D11-AA9C-11FC-351E-02BF19D74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8D9C4-7EED-4E45-B025-FF627CCB6DB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A94636-E0AC-AE1C-09FA-0E30F9D35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5F414-0475-D497-FA24-8151F1544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F763-35FA-4E7D-93C4-BCC0D4300F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975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0C56F-11E8-E0B8-E7D0-56B9BB27C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5A1F3-8B5D-EC06-9CC4-2C8125EF7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284E99-C985-763D-86AD-35AD876B2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267C98-E7AE-EFEA-EC9B-8D0FE11FB2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70F86B-2E97-4F73-FB7D-206634224F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2C3137-99C6-A13A-5811-A54385D4F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8D9C4-7EED-4E45-B025-FF627CCB6DB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18E8B4-BC4A-3EA6-8CE1-685B8DF1E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9D2A6B-D986-1C0B-A53F-A351128C6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F763-35FA-4E7D-93C4-BCC0D4300F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6823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FAED1-28A8-9723-054D-93F847A53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C4814F-DB3B-72AF-1ECB-F59E3F2B1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8D9C4-7EED-4E45-B025-FF627CCB6DB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BF6D12-B46A-22AC-71C5-9CEEBD3CB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F16EE7-1F46-F68C-5778-016DA5DB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F763-35FA-4E7D-93C4-BCC0D4300F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959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0B5AE0-9EAC-CCF9-0FAC-B16E53800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8D9C4-7EED-4E45-B025-FF627CCB6DB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1B34FE-1220-3727-22F2-9B3905819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57860B-EA24-5655-E98E-38DC7E2C1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F763-35FA-4E7D-93C4-BCC0D4300F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411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A0F9F-D719-2581-D768-F45872010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AD9EF-B0CB-CA08-8677-DEF975F74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BF7907-1679-E5A8-BD97-74EDDB82D4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7BEA7E-B62D-01F8-7A2E-DE146FB9C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8D9C4-7EED-4E45-B025-FF627CCB6DB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E67358-FDBC-567C-C8CB-A839BB9D3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253DA9-26F9-2544-0804-1D8E58B05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F763-35FA-4E7D-93C4-BCC0D4300F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049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69BB1-8B4B-D51C-25A5-67CB08869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12D1E-F1A7-6572-239F-A656ABE336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0DDC8E-EC15-4771-0FEB-5383338203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787D4B-EF4F-65BD-3732-CB080E248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8D9C4-7EED-4E45-B025-FF627CCB6DB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C33520-FA94-035A-58EC-009B7FE5D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DB1D35-E5C0-824C-35B0-B962886FD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F763-35FA-4E7D-93C4-BCC0D4300F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582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F33D9-C090-4DB4-0F69-5B9E7C536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CE96BF-EBCA-FD40-49DA-1CB3420F3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D128B-B0BC-32B3-EA9E-DAD92A6AA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8D9C4-7EED-4E45-B025-FF627CCB6DB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77B58-B9CE-7926-CA7A-6EA7CD878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BC38A-0667-69F1-CF41-A375CFFF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F763-35FA-4E7D-93C4-BCC0D4300F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563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4DD0CC-5456-F280-A252-F5E9077F74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04E395-5001-6932-69AE-CE97AE8DA1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C5642-D23A-17CC-424C-032CB7679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8D9C4-7EED-4E45-B025-FF627CCB6DB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F541A0-BC56-B9AC-4474-8FDB8CB62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A9B29-EF53-CBA4-9A64-FF6E22208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F763-35FA-4E7D-93C4-BCC0D4300F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930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F3B9CF-9967-7002-7DA1-7475927F6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3AE7B-0D79-08EC-7BAD-DB0639B36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7FF92-021B-C013-3061-8313B97CF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8D9C4-7EED-4E45-B025-FF627CCB6DB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61825-EB66-898A-DE88-346F1C08B2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39AB6-4E6A-E0E5-170B-E7373492A6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02F763-35FA-4E7D-93C4-BCC0D4300F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5482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9694D-EFBB-4C5C-EC09-CDDE2787E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-67706" y="118101"/>
            <a:ext cx="2094271" cy="1858069"/>
          </a:xfrm>
        </p:spPr>
        <p:txBody>
          <a:bodyPr vert="vert270">
            <a:normAutofit/>
          </a:bodyPr>
          <a:lstStyle/>
          <a:p>
            <a:pPr algn="ctr"/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Weekly AGM Calendar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D0D39AE-8E8A-0AB8-5BD7-B1E0F6B9B3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9230314"/>
              </p:ext>
            </p:extLst>
          </p:nvPr>
        </p:nvGraphicFramePr>
        <p:xfrm>
          <a:off x="2115158" y="208248"/>
          <a:ext cx="9888794" cy="64040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771">
                  <a:extLst>
                    <a:ext uri="{9D8B030D-6E8A-4147-A177-3AD203B41FA5}">
                      <a16:colId xmlns:a16="http://schemas.microsoft.com/office/drawing/2014/main" val="3227186340"/>
                    </a:ext>
                  </a:extLst>
                </a:gridCol>
                <a:gridCol w="3356366">
                  <a:extLst>
                    <a:ext uri="{9D8B030D-6E8A-4147-A177-3AD203B41FA5}">
                      <a16:colId xmlns:a16="http://schemas.microsoft.com/office/drawing/2014/main" val="1081663387"/>
                    </a:ext>
                  </a:extLst>
                </a:gridCol>
                <a:gridCol w="4916657">
                  <a:extLst>
                    <a:ext uri="{9D8B030D-6E8A-4147-A177-3AD203B41FA5}">
                      <a16:colId xmlns:a16="http://schemas.microsoft.com/office/drawing/2014/main" val="1990165410"/>
                    </a:ext>
                  </a:extLst>
                </a:gridCol>
              </a:tblGrid>
              <a:tr h="460404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Day</a:t>
                      </a:r>
                      <a:endParaRPr lang="en-IN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Primary Focus </a:t>
                      </a:r>
                      <a:endParaRPr lang="en-IN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Key Reviews &amp; Outputs</a:t>
                      </a:r>
                      <a:endParaRPr lang="en-IN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260158"/>
                  </a:ext>
                </a:extLst>
              </a:tr>
              <a:tr h="776832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Monday</a:t>
                      </a:r>
                      <a:endParaRPr lang="en-IN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Cluster Review </a:t>
                      </a:r>
                      <a:endParaRPr lang="en-IN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Store &amp; cluster performance</a:t>
                      </a:r>
                    </a:p>
                    <a:p>
                      <a:r>
                        <a:rPr lang="en-IN" sz="1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Cluster action plans</a:t>
                      </a:r>
                    </a:p>
                    <a:p>
                      <a:pPr marL="171450" lvl="0" indent="-171450">
                        <a:buSzPct val="150000"/>
                        <a:buFont typeface="Arial" panose="020B0604020202020204" pitchFamily="34" charset="0"/>
                        <a:buChar char="•"/>
                      </a:pPr>
                      <a:r>
                        <a:rPr lang="en-IN" sz="1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Last week SOP deviations and corrective action plans if any</a:t>
                      </a:r>
                      <a:br>
                        <a:rPr lang="en-IN" sz="1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endParaRPr lang="en-IN" sz="1200" b="1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7011311"/>
                  </a:ext>
                </a:extLst>
              </a:tr>
              <a:tr h="776832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Tuesday</a:t>
                      </a:r>
                      <a:endParaRPr lang="en-IN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HR &amp; Training </a:t>
                      </a:r>
                      <a:endParaRPr lang="en-IN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Attrition &amp; manpower gaps</a:t>
                      </a:r>
                    </a:p>
                    <a:p>
                      <a:r>
                        <a:rPr lang="en-IN" sz="1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Hiring TAT &amp; attendance</a:t>
                      </a:r>
                    </a:p>
                    <a:p>
                      <a:r>
                        <a:rPr lang="en-IN" sz="1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Training completion &amp; gaps</a:t>
                      </a:r>
                    </a:p>
                    <a:p>
                      <a:pPr algn="ctr"/>
                      <a:endParaRPr lang="en-IN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4513267"/>
                  </a:ext>
                </a:extLst>
              </a:tr>
              <a:tr h="949461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Wednesday</a:t>
                      </a:r>
                      <a:endParaRPr lang="en-IN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Operations &amp; Store Visit Audit Review</a:t>
                      </a:r>
                      <a:endParaRPr lang="en-IN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SOP adherence &amp; visit scores</a:t>
                      </a:r>
                    </a:p>
                    <a:p>
                      <a:r>
                        <a:rPr lang="en-US" sz="1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QC &amp; alteration issues</a:t>
                      </a:r>
                    </a:p>
                    <a:p>
                      <a:r>
                        <a:rPr lang="en-IN" sz="1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Audit findings</a:t>
                      </a:r>
                    </a:p>
                    <a:p>
                      <a:r>
                        <a:rPr lang="en-IN" sz="1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Corrective actions</a:t>
                      </a:r>
                    </a:p>
                    <a:p>
                      <a:pPr algn="ctr"/>
                      <a:endParaRPr lang="en-IN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1173597"/>
                  </a:ext>
                </a:extLst>
              </a:tr>
              <a:tr h="776832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Thursday</a:t>
                      </a:r>
                      <a:endParaRPr lang="en-IN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Tele caller &amp; Camera Team Review </a:t>
                      </a:r>
                      <a:endParaRPr lang="en-IN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Complaint handling &amp; closure</a:t>
                      </a:r>
                    </a:p>
                    <a:p>
                      <a:r>
                        <a:rPr lang="en-IN" sz="1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Call quality</a:t>
                      </a:r>
                    </a:p>
                    <a:p>
                      <a:r>
                        <a:rPr lang="en-IN" sz="1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Behaviour &amp; hygiene checks</a:t>
                      </a:r>
                    </a:p>
                    <a:p>
                      <a:pPr algn="ctr"/>
                      <a:endParaRPr lang="en-IN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0341442"/>
                  </a:ext>
                </a:extLst>
              </a:tr>
              <a:tr h="776832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Friday</a:t>
                      </a:r>
                      <a:endParaRPr lang="en-IN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Self Review &amp; Reset</a:t>
                      </a:r>
                      <a:endParaRPr lang="en-IN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Weekly closure %</a:t>
                      </a:r>
                    </a:p>
                    <a:p>
                      <a:r>
                        <a:rPr lang="en-IN" sz="1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Bottlenecks &amp; decisions</a:t>
                      </a:r>
                    </a:p>
                    <a:p>
                      <a:r>
                        <a:rPr lang="en-IN" sz="1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Priority reset</a:t>
                      </a:r>
                    </a:p>
                    <a:p>
                      <a:pPr algn="ctr"/>
                      <a:endParaRPr lang="en-IN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7982594"/>
                  </a:ext>
                </a:extLst>
              </a:tr>
              <a:tr h="709918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Saturday</a:t>
                      </a:r>
                      <a:endParaRPr lang="en-IN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Finance &amp; Accounts </a:t>
                      </a:r>
                      <a:endParaRPr lang="en-IN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Sales &amp; expense review</a:t>
                      </a:r>
                    </a:p>
                    <a:p>
                      <a:r>
                        <a:rPr lang="en-IN" sz="1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Refunds &amp; liabilities</a:t>
                      </a:r>
                    </a:p>
                    <a:p>
                      <a:r>
                        <a:rPr lang="en-IN" sz="1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Cash flow visibility</a:t>
                      </a:r>
                    </a:p>
                    <a:p>
                      <a:pPr algn="ctr"/>
                      <a:endParaRPr lang="en-IN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6860777"/>
                  </a:ext>
                </a:extLst>
              </a:tr>
              <a:tr h="682952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Sunday</a:t>
                      </a:r>
                      <a:endParaRPr lang="en-IN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Planning &amp; Strategizing / Week Off</a:t>
                      </a:r>
                      <a:endParaRPr lang="en-IN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Planning &amp; Strategizing (Discissions for Core Team)</a:t>
                      </a:r>
                    </a:p>
                    <a:p>
                      <a:r>
                        <a:rPr lang="en-IN" sz="1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No routine reviews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Week off </a:t>
                      </a:r>
                      <a:endParaRPr lang="en-IN" sz="1200" b="1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en-IN" sz="12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848977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CF36939-791E-0CCC-2684-7C6D8F81326A}"/>
              </a:ext>
            </a:extLst>
          </p:cNvPr>
          <p:cNvSpPr txBox="1"/>
          <p:nvPr/>
        </p:nvSpPr>
        <p:spPr>
          <a:xfrm>
            <a:off x="1235" y="2259449"/>
            <a:ext cx="22515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FF0000"/>
                </a:solidFill>
                <a:highlight>
                  <a:srgbClr val="000000"/>
                </a:highlight>
              </a:rPr>
              <a:t>Weekly Rules</a:t>
            </a:r>
          </a:p>
          <a:p>
            <a:r>
              <a:rPr lang="en-US" sz="1400" dirty="0">
                <a:solidFill>
                  <a:srgbClr val="FF0000"/>
                </a:solidFill>
              </a:rPr>
              <a:t>1. </a:t>
            </a:r>
            <a:r>
              <a:rPr lang="en-US" sz="1400" dirty="0"/>
              <a:t>No review without data</a:t>
            </a:r>
          </a:p>
          <a:p>
            <a:r>
              <a:rPr lang="en-US" sz="1400" dirty="0">
                <a:solidFill>
                  <a:srgbClr val="FF0000"/>
                </a:solidFill>
              </a:rPr>
              <a:t>2. </a:t>
            </a:r>
            <a:r>
              <a:rPr lang="en-US" sz="1400" dirty="0"/>
              <a:t>Maximum 3 priority actions per department</a:t>
            </a:r>
          </a:p>
          <a:p>
            <a:r>
              <a:rPr lang="en-US" sz="1400" dirty="0">
                <a:solidFill>
                  <a:srgbClr val="FF0000"/>
                </a:solidFill>
              </a:rPr>
              <a:t>3. </a:t>
            </a:r>
            <a:r>
              <a:rPr lang="en-US" sz="1400" dirty="0"/>
              <a:t>Every action must have Owner + Deadline</a:t>
            </a:r>
          </a:p>
          <a:p>
            <a:r>
              <a:rPr lang="en-US" sz="1400" dirty="0">
                <a:solidFill>
                  <a:srgbClr val="FF0000"/>
                </a:solidFill>
              </a:rPr>
              <a:t>4. </a:t>
            </a:r>
            <a:r>
              <a:rPr lang="en-US" sz="1400" dirty="0"/>
              <a:t>Carry-forward items reviewed first next week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048770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186</Words>
  <Application>Microsoft Office PowerPoint</Application>
  <PresentationFormat>Widescreen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Weekly AGM Calendar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BRYNEX OFFICE</dc:creator>
  <cp:lastModifiedBy>BRYNEX OFFICE</cp:lastModifiedBy>
  <cp:revision>1</cp:revision>
  <dcterms:created xsi:type="dcterms:W3CDTF">2026-01-06T06:39:57Z</dcterms:created>
  <dcterms:modified xsi:type="dcterms:W3CDTF">2026-01-06T07:22:59Z</dcterms:modified>
</cp:coreProperties>
</file>