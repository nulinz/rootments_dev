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Training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Agenda:</a:t>
            </a:r>
          </a:p>
          <a:p>
            <a:r>
              <a:t>- Process Overview</a:t>
            </a:r>
          </a:p>
          <a:p>
            <a:r>
              <a:t>- Software Usage</a:t>
            </a:r>
          </a:p>
          <a:p>
            <a:r>
              <a:t>- Scenarios</a:t>
            </a:r>
          </a:p>
          <a:p>
            <a:r>
              <a:t>- Responsibilities</a:t>
            </a:r>
          </a:p>
          <a:p>
            <a:r>
              <a:t>-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Complete Process (Big Picture)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Walk-in → Booking → Billing → Return/Cancellation → Reports</a:t>
            </a:r>
          </a:p>
          <a:p>
            <a:r>
              <a:t>Why consistency matters across branches</a:t>
            </a:r>
          </a:p>
          <a:p>
            <a:r>
              <a:t>Common issues observed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Walk-in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Record correct customer details</a:t>
            </a:r>
          </a:p>
          <a:p>
            <a:r>
              <a:t>Purpose of walk-in reports</a:t>
            </a:r>
          </a:p>
          <a:p>
            <a:r>
              <a:t>Scenario: Customer enquires but does not 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Steps for creating a booking</a:t>
            </a:r>
          </a:p>
          <a:p>
            <a:r>
              <a:t>Assigning dresses &amp; advance payment</a:t>
            </a:r>
          </a:p>
          <a:p>
            <a:r>
              <a:t>Scenario: Customer changes booking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&amp; Payments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Options: Full vs. Partial payment</a:t>
            </a:r>
          </a:p>
          <a:p>
            <a:r>
              <a:t>Handling multiple payment modes</a:t>
            </a:r>
          </a:p>
          <a:p>
            <a:r>
              <a:t>Scenario: UPI + Cash 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&amp; Cancellation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Steps for processing cancellation</a:t>
            </a:r>
          </a:p>
          <a:p>
            <a:r>
              <a:t>Refund entry rules</a:t>
            </a:r>
          </a:p>
          <a:p>
            <a:r>
              <a:t>Scenario: Customer cancels after advance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Walk-in reports</a:t>
            </a:r>
          </a:p>
          <a:p>
            <a:r>
              <a:t>Daily sales</a:t>
            </a:r>
          </a:p>
          <a:p>
            <a:r>
              <a:t>Pending rent-outs</a:t>
            </a:r>
          </a:p>
          <a:p>
            <a:r>
              <a:t>Scenario: Manager checks rent-out not closed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Managers’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Monitor store-level reports daily</a:t>
            </a:r>
          </a:p>
          <a:p>
            <a:r>
              <a:t>Solve local issues first</a:t>
            </a:r>
          </a:p>
          <a:p>
            <a:r>
              <a:t>Escalation process (what to report upward)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Department’s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Technical &amp; software support</a:t>
            </a:r>
          </a:p>
          <a:p>
            <a:r>
              <a:t>Stock movement &amp; compliance</a:t>
            </a:r>
          </a:p>
          <a:p>
            <a:r>
              <a:t>Cross-checking reports with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/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Group task: Solve issues using process + software</a:t>
            </a:r>
          </a:p>
          <a:p>
            <a:r>
              <a:t>- Double booking</a:t>
            </a:r>
          </a:p>
          <a:p>
            <a:r>
              <a:t>- Refund dispute</a:t>
            </a:r>
          </a:p>
          <a:p>
            <a:r>
              <a:t>- Report mismatch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Clarifications</a:t>
            </a:r>
          </a:p>
          <a:p>
            <a:r>
              <a:t>Feedback collection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Key takeaways</a:t>
            </a:r>
          </a:p>
          <a:p>
            <a:r>
              <a:t>Managers to train their teams</a:t>
            </a:r>
          </a:p>
          <a:p>
            <a:r>
              <a:t>Next review/follow-up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