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9.xml"/><Relationship Id="rId13" Type="http://schemas.openxmlformats.org/officeDocument/2006/relationships/slide" Target="slides/slide10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76dc142326e5407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76dc142326e5407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76dc142326e54078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76dc142326e5407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Hike Criteria: When &amp; Why</a:t>
            </a:r>
            <a:endParaRPr/>
          </a:p>
        </p:txBody>
      </p:sp>
      <p:sp>
        <p:nvSpPr>
          <p:cNvPr id="13" name="Google Shape;13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Presented by HR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the criteria for salary hikes</a:t>
            </a:r>
          </a:p>
          <a:p>
            <a:r>
              <a:t>Explain timing &amp; triggers for hikes</a:t>
            </a:r>
          </a:p>
          <a:p>
            <a:r>
              <a:t>Align hikes with business goals &amp; employee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Hikes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 and motivate top talent</a:t>
            </a:r>
          </a:p>
          <a:p>
            <a:r>
              <a:t>Reward performance and contribution</a:t>
            </a:r>
          </a:p>
          <a:p>
            <a:r>
              <a:t>Stay competitive in the job market</a:t>
            </a:r>
          </a:p>
          <a:p>
            <a:r>
              <a:t>Encourage loyalty and reduce attrition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457200" y="-37694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Hike Criteria</a:t>
            </a:r>
            <a:endParaRPr/>
          </a:p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54443" y="917516"/>
            <a:ext cx="82296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– Consistently exceeding targets / KPIs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 &amp; Competency Growth – Acquiring new skills, or expertise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Contribution to Business Impact – Revenue growth, cost saving, client satisfaction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 &amp; Culture Fit – Collaboration, leadership, accountability, adherence to company values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Benchmarking – Adjustments based on industry standards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Give Hikes</a:t>
            </a:r>
            <a:endParaRPr/>
          </a:p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Review Cycle (regular salary revision)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Outstanding Achievements (exceptional contributions or performance) - can be given a</a:t>
            </a:r>
            <a:r>
              <a:rPr lang="en-US"/>
              <a:t>s an extra recognition - no hike required.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Change / Promotion (expanded responsibilities)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Retention Needs (to prevent talent loss to competitors)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Corrections (aligning with industry salary trends)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Not to Give Hikes</a:t>
            </a:r>
            <a:endParaRPr/>
          </a:p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below expectations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improvement despite feedback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Misalignment with organizational goals/values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 Well-Defined Hike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Builds trust &amp; transparency</a:t>
            </a:r>
          </a:p>
          <a:p>
            <a:r>
              <a:t>Reduces bias and subjectivity</a:t>
            </a:r>
          </a:p>
          <a:p>
            <a:r>
              <a:t>Encourages continuous improvement</a:t>
            </a:r>
          </a:p>
          <a:p>
            <a:r>
              <a:t>Strengthens employer brand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Hikes are not just financial rewards, but strategic tools</a:t>
            </a:r>
          </a:p>
          <a:p>
            <a:r>
              <a:t>Right hikes at the right time = stronger retention, motivation, and performance</a:t>
            </a:r>
          </a:p>
          <a:p>
            <a:r>
              <a:t>A clear framework ensures fairness &amp; business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/>
        </p:nvSpPr>
        <p:spPr>
          <a:xfrm>
            <a:off x="307019" y="242404"/>
            <a:ext cx="7683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Hikes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730500" y="1228841"/>
            <a:ext cx="76830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Salary Hike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Hike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/>
        </p:nvSpPr>
        <p:spPr>
          <a:xfrm>
            <a:off x="0" y="386570"/>
            <a:ext cx="91440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Criteria for Hike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 Based on performance evaluation rating 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262303" y="1716873"/>
            <a:ext cx="9144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5 - 15% of the basic salary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4-4.9 - 8% - 12 % of the basic salary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from 3-4 - 5% - 8% of the basic salary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below 3 - No hike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